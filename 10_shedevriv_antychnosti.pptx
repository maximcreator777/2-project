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32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Віртуальна екскурсія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1" y="1627632"/>
            <a:ext cx="11778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/>
              <a:t>10 </a:t>
            </a:r>
            <a:r>
              <a:rPr dirty="0" err="1"/>
              <a:t>шедеврів</a:t>
            </a:r>
            <a:r>
              <a:rPr dirty="0"/>
              <a:t> </a:t>
            </a:r>
            <a:r>
              <a:rPr dirty="0" err="1"/>
              <a:t>мистецтва</a:t>
            </a:r>
            <a:r>
              <a:rPr dirty="0"/>
              <a:t> </a:t>
            </a:r>
            <a:r>
              <a:rPr dirty="0" err="1"/>
              <a:t>античності</a:t>
            </a:r>
            <a:endParaRPr dirty="0"/>
          </a:p>
        </p:txBody>
      </p:sp>
      <p:pic>
        <p:nvPicPr>
          <p:cNvPr id="1026" name="Picture 2" descr="Парфенон у Греції (храм богині Афіни Парфенос в Афінах). Реферат – Освіта.UA">
            <a:extLst>
              <a:ext uri="{FF2B5EF4-FFF2-40B4-BE49-F238E27FC236}">
                <a16:creationId xmlns:a16="http://schemas.microsoft.com/office/drawing/2014/main" id="{3F337E7C-D142-A322-E4E6-57A84BA2D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065" y="2639759"/>
            <a:ext cx="4217479" cy="280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Парфенон (Афіни, Греція)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" y="169164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Головний</a:t>
            </a:r>
            <a:r>
              <a:rPr dirty="0"/>
              <a:t> </a:t>
            </a:r>
            <a:r>
              <a:rPr dirty="0" err="1"/>
              <a:t>храм</a:t>
            </a:r>
            <a:r>
              <a:rPr dirty="0"/>
              <a:t> </a:t>
            </a:r>
            <a:r>
              <a:rPr dirty="0" err="1"/>
              <a:t>Афін</a:t>
            </a:r>
            <a:r>
              <a:rPr dirty="0"/>
              <a:t>, </a:t>
            </a:r>
            <a:r>
              <a:rPr dirty="0" err="1"/>
              <a:t>символ</a:t>
            </a:r>
            <a:r>
              <a:rPr dirty="0"/>
              <a:t> </a:t>
            </a:r>
            <a:r>
              <a:rPr dirty="0" err="1"/>
              <a:t>величі</a:t>
            </a:r>
            <a:r>
              <a:rPr dirty="0"/>
              <a:t> </a:t>
            </a:r>
            <a:r>
              <a:rPr dirty="0" err="1"/>
              <a:t>грецької</a:t>
            </a:r>
            <a:r>
              <a:rPr dirty="0"/>
              <a:t> </a:t>
            </a:r>
            <a:r>
              <a:rPr dirty="0" err="1"/>
              <a:t>культури</a:t>
            </a:r>
            <a:r>
              <a:rPr dirty="0"/>
              <a:t>.</a:t>
            </a:r>
          </a:p>
        </p:txBody>
      </p:sp>
      <p:pic>
        <p:nvPicPr>
          <p:cNvPr id="2050" name="Picture 2" descr="Парфенон у Греції (храм богині Афіни Парфенос в Афінах). Реферат – Освіта.UA">
            <a:extLst>
              <a:ext uri="{FF2B5EF4-FFF2-40B4-BE49-F238E27FC236}">
                <a16:creationId xmlns:a16="http://schemas.microsoft.com/office/drawing/2014/main" id="{3F887729-E2A4-FC06-0A1F-1F414EE6F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904" y="2578609"/>
            <a:ext cx="5115941" cy="340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Мавзолей у Галікарнасі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1755648"/>
            <a:ext cx="92720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Гробниця</a:t>
            </a:r>
            <a:r>
              <a:rPr dirty="0"/>
              <a:t> </a:t>
            </a:r>
            <a:r>
              <a:rPr dirty="0" err="1"/>
              <a:t>правителя</a:t>
            </a:r>
            <a:r>
              <a:rPr dirty="0"/>
              <a:t> </a:t>
            </a:r>
            <a:r>
              <a:rPr dirty="0" err="1"/>
              <a:t>Мавсола</a:t>
            </a:r>
            <a:r>
              <a:rPr dirty="0"/>
              <a:t> — </a:t>
            </a:r>
            <a:r>
              <a:rPr dirty="0" err="1"/>
              <a:t>настільки</a:t>
            </a:r>
            <a:r>
              <a:rPr dirty="0"/>
              <a:t> </a:t>
            </a:r>
            <a:r>
              <a:rPr dirty="0" err="1"/>
              <a:t>велична</a:t>
            </a:r>
            <a:r>
              <a:rPr dirty="0"/>
              <a:t>, </a:t>
            </a: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дала</a:t>
            </a:r>
            <a:r>
              <a:rPr dirty="0"/>
              <a:t> </a:t>
            </a:r>
            <a:r>
              <a:rPr dirty="0" err="1"/>
              <a:t>назву</a:t>
            </a:r>
            <a:r>
              <a:rPr dirty="0"/>
              <a:t> </a:t>
            </a:r>
            <a:r>
              <a:rPr dirty="0" err="1"/>
              <a:t>слову</a:t>
            </a:r>
            <a:r>
              <a:rPr dirty="0"/>
              <a:t> «</a:t>
            </a:r>
            <a:r>
              <a:rPr dirty="0" err="1"/>
              <a:t>мавзолей</a:t>
            </a:r>
            <a:r>
              <a:rPr dirty="0"/>
              <a:t>».</a:t>
            </a:r>
          </a:p>
        </p:txBody>
      </p:sp>
      <p:pic>
        <p:nvPicPr>
          <p:cNvPr id="3074" name="Picture 2" descr="7 чудес світу: Мавзолей у Галікарнасі">
            <a:extLst>
              <a:ext uri="{FF2B5EF4-FFF2-40B4-BE49-F238E27FC236}">
                <a16:creationId xmlns:a16="http://schemas.microsoft.com/office/drawing/2014/main" id="{74E6925C-C165-E3EC-9158-6A2B4B2F7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350" y="2953906"/>
            <a:ext cx="3777798" cy="288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Дельфійський візничий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8074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Бронзова</a:t>
            </a:r>
            <a:r>
              <a:rPr dirty="0"/>
              <a:t> </a:t>
            </a:r>
            <a:r>
              <a:rPr dirty="0" err="1"/>
              <a:t>статуя</a:t>
            </a:r>
            <a:r>
              <a:rPr dirty="0"/>
              <a:t> </a:t>
            </a:r>
            <a:r>
              <a:rPr dirty="0" err="1"/>
              <a:t>переможця</a:t>
            </a:r>
            <a:r>
              <a:rPr dirty="0"/>
              <a:t> </a:t>
            </a:r>
            <a:r>
              <a:rPr dirty="0" err="1"/>
              <a:t>кінних</a:t>
            </a:r>
            <a:r>
              <a:rPr dirty="0"/>
              <a:t> </a:t>
            </a:r>
            <a:r>
              <a:rPr dirty="0" err="1"/>
              <a:t>змагань</a:t>
            </a:r>
            <a:r>
              <a:rPr dirty="0"/>
              <a:t>,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небагатьох</a:t>
            </a:r>
            <a:r>
              <a:rPr dirty="0"/>
              <a:t> </a:t>
            </a:r>
            <a:r>
              <a:rPr dirty="0" err="1"/>
              <a:t>добре</a:t>
            </a:r>
            <a:r>
              <a:rPr dirty="0"/>
              <a:t> </a:t>
            </a:r>
            <a:r>
              <a:rPr dirty="0" err="1"/>
              <a:t>збережених</a:t>
            </a:r>
            <a:r>
              <a:rPr dirty="0"/>
              <a:t> </a:t>
            </a:r>
            <a:r>
              <a:rPr dirty="0" err="1"/>
              <a:t>оригіналів</a:t>
            </a:r>
            <a:r>
              <a:rPr dirty="0"/>
              <a:t>.</a:t>
            </a:r>
          </a:p>
        </p:txBody>
      </p:sp>
      <p:pic>
        <p:nvPicPr>
          <p:cNvPr id="4098" name="Picture 2" descr="Статуетка мініатюра Veronese Ніка Богиня перемоги 9 см 1907177 бронзове  покриття VE: продаж, ціна у Києві. Статуетки від &quot;Затишний Дім&quot; - 2202455559">
            <a:extLst>
              <a:ext uri="{FF2B5EF4-FFF2-40B4-BE49-F238E27FC236}">
                <a16:creationId xmlns:a16="http://schemas.microsoft.com/office/drawing/2014/main" id="{8907F02A-590B-56C5-4EEB-D9F394F99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702" y="2182743"/>
            <a:ext cx="2801874" cy="308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Ніка Самофракійська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Велична</a:t>
            </a:r>
            <a:r>
              <a:rPr dirty="0"/>
              <a:t> </a:t>
            </a:r>
            <a:r>
              <a:rPr dirty="0" err="1"/>
              <a:t>статуя</a:t>
            </a:r>
            <a:r>
              <a:rPr dirty="0"/>
              <a:t> </a:t>
            </a:r>
            <a:r>
              <a:rPr dirty="0" err="1"/>
              <a:t>богині</a:t>
            </a:r>
            <a:r>
              <a:rPr dirty="0"/>
              <a:t> </a:t>
            </a:r>
            <a:r>
              <a:rPr dirty="0" err="1"/>
              <a:t>перемоги</a:t>
            </a:r>
            <a:r>
              <a:rPr dirty="0"/>
              <a:t> з </a:t>
            </a:r>
            <a:r>
              <a:rPr dirty="0" err="1"/>
              <a:t>розпростертими</a:t>
            </a:r>
            <a:r>
              <a:rPr dirty="0"/>
              <a:t> </a:t>
            </a:r>
            <a:r>
              <a:rPr dirty="0" err="1"/>
              <a:t>крилами</a:t>
            </a:r>
            <a:r>
              <a:rPr dirty="0"/>
              <a:t>.</a:t>
            </a:r>
          </a:p>
        </p:txBody>
      </p:sp>
      <p:pic>
        <p:nvPicPr>
          <p:cNvPr id="5122" name="Picture 2" descr="История одного шедевра: Ника Самофракийская – воплощение победы -  RadioVan.fm">
            <a:extLst>
              <a:ext uri="{FF2B5EF4-FFF2-40B4-BE49-F238E27FC236}">
                <a16:creationId xmlns:a16="http://schemas.microsoft.com/office/drawing/2014/main" id="{9DC3A4E2-4701-5423-47BF-8445EF9E6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2214563"/>
            <a:ext cx="3392244" cy="436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Фароський маяк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9278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Одне</a:t>
            </a:r>
            <a:r>
              <a:rPr dirty="0"/>
              <a:t> з 7 </a:t>
            </a:r>
            <a:r>
              <a:rPr dirty="0" err="1"/>
              <a:t>чудес</a:t>
            </a:r>
            <a:r>
              <a:rPr dirty="0"/>
              <a:t> </a:t>
            </a:r>
            <a:r>
              <a:rPr dirty="0" err="1"/>
              <a:t>світу</a:t>
            </a:r>
            <a:r>
              <a:rPr dirty="0"/>
              <a:t>, </a:t>
            </a:r>
            <a:r>
              <a:rPr dirty="0" err="1"/>
              <a:t>символ</a:t>
            </a:r>
            <a:r>
              <a:rPr dirty="0"/>
              <a:t> </a:t>
            </a:r>
            <a:r>
              <a:rPr dirty="0" err="1"/>
              <a:t>морської</a:t>
            </a:r>
            <a:r>
              <a:rPr dirty="0"/>
              <a:t> </a:t>
            </a:r>
            <a:r>
              <a:rPr dirty="0" err="1"/>
              <a:t>могутності</a:t>
            </a:r>
            <a:r>
              <a:rPr dirty="0"/>
              <a:t> й </a:t>
            </a:r>
            <a:r>
              <a:rPr dirty="0" err="1"/>
              <a:t>винахідливості</a:t>
            </a:r>
            <a:r>
              <a:rPr dirty="0"/>
              <a:t> </a:t>
            </a:r>
            <a:r>
              <a:rPr dirty="0" err="1"/>
              <a:t>античності</a:t>
            </a:r>
            <a:r>
              <a:rPr dirty="0"/>
              <a:t>.</a:t>
            </a:r>
          </a:p>
        </p:txBody>
      </p:sp>
      <p:pic>
        <p:nvPicPr>
          <p:cNvPr id="6146" name="Picture 2" descr="Untitled">
            <a:extLst>
              <a:ext uri="{FF2B5EF4-FFF2-40B4-BE49-F238E27FC236}">
                <a16:creationId xmlns:a16="http://schemas.microsoft.com/office/drawing/2014/main" id="{4C751A7E-E089-10BC-2043-F886C8587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233" y="2559034"/>
            <a:ext cx="5296471" cy="352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Мозаїка “Олександр Македонський у битві при Іссі”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Величезна</a:t>
            </a:r>
            <a:r>
              <a:rPr dirty="0"/>
              <a:t> </a:t>
            </a:r>
            <a:r>
              <a:rPr dirty="0" err="1"/>
              <a:t>мозаїка</a:t>
            </a:r>
            <a:r>
              <a:rPr dirty="0"/>
              <a:t>, </a:t>
            </a: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зберегла</a:t>
            </a:r>
            <a:r>
              <a:rPr dirty="0"/>
              <a:t> 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великого</a:t>
            </a:r>
            <a:r>
              <a:rPr dirty="0"/>
              <a:t> </a:t>
            </a:r>
            <a:r>
              <a:rPr dirty="0" err="1"/>
              <a:t>полководця</a:t>
            </a:r>
            <a:r>
              <a:rPr dirty="0"/>
              <a:t>.</a:t>
            </a:r>
          </a:p>
        </p:txBody>
      </p:sp>
      <p:pic>
        <p:nvPicPr>
          <p:cNvPr id="7170" name="Picture 2" descr="Мозаїку із зображенням князя Володимира Великого для Софійського собору  створила сумська майстерня — The Village Україна">
            <a:extLst>
              <a:ext uri="{FF2B5EF4-FFF2-40B4-BE49-F238E27FC236}">
                <a16:creationId xmlns:a16="http://schemas.microsoft.com/office/drawing/2014/main" id="{AD0889DE-660C-7103-D0C8-37EB10586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2357438"/>
            <a:ext cx="4162234" cy="416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Венера Капітолійська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Відомий</a:t>
            </a:r>
            <a:r>
              <a:rPr dirty="0"/>
              <a:t> 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богині</a:t>
            </a:r>
            <a:r>
              <a:rPr dirty="0"/>
              <a:t> </a:t>
            </a:r>
            <a:r>
              <a:rPr dirty="0" err="1"/>
              <a:t>кохання</a:t>
            </a:r>
            <a:r>
              <a:rPr dirty="0"/>
              <a:t> й </a:t>
            </a:r>
            <a:r>
              <a:rPr dirty="0" err="1"/>
              <a:t>краси</a:t>
            </a:r>
            <a:r>
              <a:rPr dirty="0"/>
              <a:t>.</a:t>
            </a:r>
          </a:p>
        </p:txBody>
      </p:sp>
      <p:pic>
        <p:nvPicPr>
          <p:cNvPr id="8194" name="Picture 2" descr="Афродіта – богиня кохання та вроди у давньогрецькій міфології.">
            <a:extLst>
              <a:ext uri="{FF2B5EF4-FFF2-40B4-BE49-F238E27FC236}">
                <a16:creationId xmlns:a16="http://schemas.microsoft.com/office/drawing/2014/main" id="{EBCC5D9A-D255-60BA-F474-299F1E1F9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4" y="2466975"/>
            <a:ext cx="4848225" cy="391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Барельєфи Пергамського вівтаря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Зображення</a:t>
            </a:r>
            <a:r>
              <a:rPr dirty="0"/>
              <a:t> </a:t>
            </a:r>
            <a:r>
              <a:rPr dirty="0" err="1"/>
              <a:t>боротьби</a:t>
            </a:r>
            <a:r>
              <a:rPr dirty="0"/>
              <a:t> </a:t>
            </a:r>
            <a:r>
              <a:rPr dirty="0" err="1"/>
              <a:t>богів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гігантами</a:t>
            </a:r>
            <a:r>
              <a:rPr dirty="0"/>
              <a:t>, </a:t>
            </a:r>
            <a:r>
              <a:rPr dirty="0" err="1"/>
              <a:t>сповнені</a:t>
            </a:r>
            <a:r>
              <a:rPr dirty="0"/>
              <a:t> </a:t>
            </a:r>
            <a:r>
              <a:rPr dirty="0" err="1"/>
              <a:t>сили</a:t>
            </a:r>
            <a:r>
              <a:rPr dirty="0"/>
              <a:t>.</a:t>
            </a:r>
          </a:p>
        </p:txBody>
      </p:sp>
      <p:pic>
        <p:nvPicPr>
          <p:cNvPr id="9218" name="Picture 2" descr="7 відомих картин про вірність істині біблійних героїв - Християни для  України">
            <a:extLst>
              <a:ext uri="{FF2B5EF4-FFF2-40B4-BE49-F238E27FC236}">
                <a16:creationId xmlns:a16="http://schemas.microsoft.com/office/drawing/2014/main" id="{7A536F16-3A1E-682B-CC82-C9FBE503C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2524124"/>
            <a:ext cx="5230558" cy="375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Висновок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1828800"/>
            <a:ext cx="88605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 err="1"/>
              <a:t>Античність</a:t>
            </a:r>
            <a:r>
              <a:rPr dirty="0"/>
              <a:t> </a:t>
            </a:r>
            <a:r>
              <a:rPr dirty="0" err="1"/>
              <a:t>подарувала</a:t>
            </a:r>
            <a:r>
              <a:rPr dirty="0"/>
              <a:t> </a:t>
            </a:r>
            <a:r>
              <a:rPr dirty="0" err="1"/>
              <a:t>світу</a:t>
            </a:r>
            <a:r>
              <a:rPr dirty="0"/>
              <a:t> </a:t>
            </a:r>
            <a:r>
              <a:rPr dirty="0" err="1"/>
              <a:t>безсмертні</a:t>
            </a:r>
            <a:r>
              <a:rPr dirty="0"/>
              <a:t> </a:t>
            </a:r>
            <a:r>
              <a:rPr dirty="0" err="1"/>
              <a:t>шедеври</a:t>
            </a:r>
            <a:r>
              <a:rPr dirty="0"/>
              <a:t>, </a:t>
            </a:r>
            <a:r>
              <a:rPr dirty="0" err="1"/>
              <a:t>які</a:t>
            </a:r>
            <a:r>
              <a:rPr dirty="0"/>
              <a:t> </a:t>
            </a:r>
            <a:r>
              <a:rPr dirty="0" err="1"/>
              <a:t>вплинули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мистецтво</a:t>
            </a:r>
            <a:r>
              <a:rPr dirty="0"/>
              <a:t> </a:t>
            </a:r>
            <a:r>
              <a:rPr dirty="0" err="1"/>
              <a:t>наступних</a:t>
            </a:r>
            <a:r>
              <a:rPr dirty="0"/>
              <a:t> </a:t>
            </a:r>
            <a:r>
              <a:rPr dirty="0" err="1"/>
              <a:t>епох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</Words>
  <Application>Microsoft Office PowerPoint</Application>
  <PresentationFormat>Экран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</dc:creator>
  <cp:keywords/>
  <dc:description>generated using python-pptx</dc:description>
  <cp:lastModifiedBy>m Lavr</cp:lastModifiedBy>
  <cp:revision>2</cp:revision>
  <dcterms:created xsi:type="dcterms:W3CDTF">2013-01-27T09:14:16Z</dcterms:created>
  <dcterms:modified xsi:type="dcterms:W3CDTF">2025-09-29T16:34:55Z</dcterms:modified>
  <cp:category/>
</cp:coreProperties>
</file>